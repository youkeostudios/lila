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9"/>
  </p:normalViewPr>
  <p:slideViewPr>
    <p:cSldViewPr snapToGrid="0">
      <p:cViewPr varScale="1">
        <p:scale>
          <a:sx n="102" d="100"/>
          <a:sy n="102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C790-83F4-2F2A-08F6-31090109E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60181-DA82-BDC1-EEB4-29A44B26D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B19D5-E12F-A0A6-CB7C-E8D14B77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0357D-31BE-3FE2-9FDA-EFF1D512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4110C-AC1C-6E9D-C599-89083DA6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FC03-FD3F-5EA7-327F-D311026D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8C19D-78A8-1BA6-30F7-5DC0AC2F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34CD6-00C7-742C-68C8-52C25E8D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C581F-12B3-D6AC-4AF9-5C4A7EE2A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A461-F291-326B-2BCB-B2B2D62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3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3603-ADC8-6DCE-4E6B-0476688B5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06CFC-5BB2-8A48-DEDC-9012009A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0E608-9363-5267-CD6A-09A56060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118AF-21E5-6699-EE2E-871135FC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946FE-3467-1CC8-AEC5-130EADA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0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49C8-9D6F-1B42-DD22-EE5B1ADB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75838-DCCF-5FDB-2667-54B178C76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3E4CD-4392-42C1-A69A-C51AF2517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55D71-EB7E-615C-5CFB-9410C363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C0CD0-CE34-78B5-2C79-03C9F88C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78C35-2372-FA0A-3B2A-D6199136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1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F6C8-1C87-3D23-31C0-BDB54B8D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5989A-B55E-2BB2-A405-958F31813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4DBDB-5870-33C6-951E-8CA771F8E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7967F-1D82-5035-6916-5B64149860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7D540-B11A-F1D0-A5EB-6DE5560D1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5E624-B05C-E7A8-7AE9-9056A3C5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00A1A-330C-63E0-AC3C-0B256E2D7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75D145-3B52-59F7-ED48-DE7038DC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021A-043C-AB6D-EA37-EA42B9FF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1F42B-DAA6-172A-B70A-2C78FF9A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28075-9133-A811-96A9-EF5BCD54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5CE13-6C07-7BC0-D307-02253A0D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2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47025-8783-4470-A075-E6A95BB5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83A20-7403-4838-A56D-68313DFA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B2C9B-E09F-01D6-FBE3-350C72F5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9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7ADA-F849-8DA9-1AB9-6F63D47C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9A4C-758F-1D1F-4245-8A94D2388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D404C-9D7A-0842-525F-474F8482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1805-7EF6-9440-037A-24DCD33E1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6D972-3B93-5C8E-35F5-C9554276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04085-B098-EDE7-7013-147D51E9E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6AFA-8FAF-D0B2-32CC-52357F9D6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8228E-175B-A1FC-B95E-FA037F0C0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5F0BF-E7C5-1D4E-3FBA-BAE83AAA0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B2E9F-6AFB-D0E7-40C2-48BA9696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07429-D5DA-C930-F93F-2C67DB90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CA9F-6BC0-0845-E763-855A9D56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1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EFCA-31A0-38AA-E99B-6F3D68E8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BE2F0-B40B-E817-681B-7BB1AF9DE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8963B-6FE5-49D7-0078-FADE1CA1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76FB5-82CA-61B3-C5ED-CD7CF94F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E3168-DAC6-A5C1-3735-4B67EC33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0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7B9B7-61D4-F972-468B-82A983F95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97522-DBD1-8EBE-8D38-E35068BBF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42167-C63B-1A0B-E73C-8B2D5370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62109-7A37-CC01-20EE-0202051D4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FA1A-0C93-D7D4-1D9F-BA590CB9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3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A06D6-2565-87B0-9E5A-6491118D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61E3E-A3CA-4895-5E79-F996B9799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56C78-DD11-32FD-9CE2-7C20EC951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0C511-7EAB-0649-894D-09C65DCEBF4D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CBA5E-207F-02C0-FD8B-FAEA31FCE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850C0-F7EF-23C2-C390-93D902C32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D64F4-A8F5-0C4C-B98B-15EC2C56D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FB75D7-7742-3569-4922-124A7C74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C29BC9-79F4-7ECC-70D5-0134023BFFC8}"/>
              </a:ext>
            </a:extLst>
          </p:cNvPr>
          <p:cNvSpPr txBox="1"/>
          <p:nvPr/>
        </p:nvSpPr>
        <p:spPr>
          <a:xfrm>
            <a:off x="9952383" y="5738191"/>
            <a:ext cx="993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1A</a:t>
            </a:r>
          </a:p>
        </p:txBody>
      </p:sp>
    </p:spTree>
    <p:extLst>
      <p:ext uri="{BB962C8B-B14F-4D97-AF65-F5344CB8AC3E}">
        <p14:creationId xmlns:p14="http://schemas.microsoft.com/office/powerpoint/2010/main" val="246097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Rajesh Grover</dc:creator>
  <cp:lastModifiedBy>Rajesh Grover</cp:lastModifiedBy>
  <cp:revision>3</cp:revision>
  <dcterms:created xsi:type="dcterms:W3CDTF">2026-07-24T05:13:23Z</dcterms:created>
  <dcterms:modified xsi:type="dcterms:W3CDTF">2026-07-27T06:22:18Z</dcterms:modified>
</cp:coreProperties>
</file>